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Heebo Medium"/>
      <p:regular r:id="rId201315"/>
    </p:embeddedFont>
    <p:embeddedFont>
      <p:font typeface="Heebo SemiBold"/>
      <p:regular r:id="rId201316"/>
    </p:embeddedFont>
    <p:embeddedFont>
      <p:font typeface="Montserrat SemiBold"/>
      <p:regular r:id="rId201317"/>
    </p:embeddedFont>
    <p:embeddedFont>
      <p:font typeface="Montserrat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Internship searching can feel like a maze. This story is about turning that uncertainty into a sequence of practical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not a lack of effort. Students are stitching together separate tools for discovery, positioning, applications, and preparation.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useful companion does more than surface options. It helps a candidate understand why an opportunity fits and what to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companion follows the candidate across the journey. It starts with context, turns that context into relevant options, then supports the work required to become ready and keep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Relevance builds momentum. Candidates should be able to see the connection between who they are, what they can do, and where a role could take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is easier to build when it has a shape. The companion turns role expectations into priorities and gives candidates concrete ways to demonstrate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applications are assembled with intention. The companion helps candidates improve the story, meet the requirements, and keep moving before a deadline becomes a crisis.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Confidence comes from rehearsal with feedback. Candidates can practice the hard parts before the real conversation carries real stakes.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is not only in any single recommendation. It is in making momentum legible, so a candidate knows what has changed and what to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destination is simple: more relevant choices, better preparation, and clearer momentum for the people starting their careers.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93A">
              <a:alpha val="6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93A">
              <a:alpha val="6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1.jpeg"/><Relationship Id="rId4" Type="http://schemas.openxmlformats.org/officeDocument/2006/relationships/image" Target="../media/image-6-2.png"/><Relationship Id="rId5" Type="http://schemas.openxmlformats.org/officeDocument/2006/relationships/image" Target="../media/image-6-1.jpeg"/><Relationship Id="rId6" Type="http://schemas.openxmlformats.org/officeDocument/2006/relationships/image" Target="../media/image-6-2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1.jpeg"/><Relationship Id="rId4" Type="http://schemas.openxmlformats.org/officeDocument/2006/relationships/image" Target="../media/image-7-4.png"/><Relationship Id="rId5" Type="http://schemas.openxmlformats.org/officeDocument/2006/relationships/image" Target="../media/image-7-1.jpe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736600"/>
            <a:ext cx="8121447" cy="15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" spc="8" kern="10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AI CAREER COMPANION</a:t>
            </a:r>
            <a:endParaRPr lang="en-US" sz="100" dirty="0"/>
          </a:p>
        </p:txBody>
      </p:sp>
      <p:sp>
        <p:nvSpPr>
          <p:cNvPr id="3" name="Text 1"/>
          <p:cNvSpPr/>
          <p:nvPr/>
        </p:nvSpPr>
        <p:spPr>
          <a:xfrm>
            <a:off x="765156" y="927421"/>
            <a:ext cx="7511862" cy="4242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800" spc="-203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AI Career Companion Agent for Internship Matching and Interview Preparation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765156" y="5419923"/>
            <a:ext cx="2478819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5" name="Text 3"/>
          <p:cNvSpPr/>
          <p:nvPr/>
        </p:nvSpPr>
        <p:spPr>
          <a:xfrm>
            <a:off x="765156" y="5769273"/>
            <a:ext cx="8121447" cy="17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more relevant search, a stronger application, and a path forward you can see.</a:t>
            </a:r>
            <a:endParaRPr lang="en-US" sz="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62461" y="535305"/>
            <a:ext cx="655303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FRICTION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562461" y="833926"/>
            <a:ext cx="5943451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Students are asked to navigate too many disconnected tools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562461" y="2514699"/>
            <a:ext cx="1961307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6" name="Text 3"/>
          <p:cNvSpPr/>
          <p:nvPr/>
        </p:nvSpPr>
        <p:spPr>
          <a:xfrm>
            <a:off x="5562461" y="288389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981153" y="2872494"/>
            <a:ext cx="552475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Find roles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981153" y="3217565"/>
            <a:ext cx="552475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Search across fragmented job boards.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562461" y="3647579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81153" y="3636181"/>
            <a:ext cx="552475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Translate experience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981153" y="3981252"/>
            <a:ext cx="552475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Turn coursework into marketable skills.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562461" y="4411266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981153" y="4399867"/>
            <a:ext cx="552475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Tailor the story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981153" y="4744938"/>
            <a:ext cx="552475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Rewrite a resume and cover letter for every application.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562461" y="517495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6FC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981153" y="5163554"/>
            <a:ext cx="552475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Prepare alone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981153" y="5508625"/>
            <a:ext cx="552475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Practice interviews without knowing what matters most.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783" y="1188958"/>
            <a:ext cx="622284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783" y="1535267"/>
            <a:ext cx="5638659" cy="2535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200" spc="-182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Most candidates need guidance, not more job listings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685783" y="4330898"/>
            <a:ext cx="1860603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4680248"/>
            <a:ext cx="563865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Every recommendation should feel personal: grounded in goals, current skills, target roles, and application history.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CONNECTED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One AI companion connects the entire journey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30509"/>
            <a:ext cx="10972526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candidate keeps one thread from self-understanding to learning, applying, and improving.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4626" y="2420342"/>
            <a:ext cx="7362442" cy="3174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11897" y="2772053"/>
            <a:ext cx="4048787" cy="25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spc="-37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Understand Candidate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911897" y="3508298"/>
            <a:ext cx="4048787" cy="25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spc="-37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Match Internships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911897" y="4237181"/>
            <a:ext cx="4048787" cy="25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spc="-37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Close Skill Gaps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911897" y="4966064"/>
            <a:ext cx="4048787" cy="25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spc="-37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Prepare &amp; Apply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62461" y="484505"/>
            <a:ext cx="660383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01 · FIND THE RIGHT OPENING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562461" y="783126"/>
            <a:ext cx="5994250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Match candidates to opportunities they can actually grow into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562461" y="2463899"/>
            <a:ext cx="1977976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461" y="2813248"/>
            <a:ext cx="5994250" cy="10938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91055" y="2999494"/>
            <a:ext cx="553706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Personalized recommendations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791055" y="3471565"/>
            <a:ext cx="5765656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Surface internships that connect to a candidate's direction.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461" y="4059535"/>
            <a:ext cx="5994250" cy="10938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791055" y="4245781"/>
            <a:ext cx="553706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Clear fit signals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5791055" y="4717852"/>
            <a:ext cx="5765656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Explain why each role fits the person, not just the keyword.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461" y="5305822"/>
            <a:ext cx="5994250" cy="10938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91055" y="5492067"/>
            <a:ext cx="553706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Transferable skills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5791055" y="5964138"/>
            <a:ext cx="5765656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Show strengths, gaps, and adjacent experience in plain language.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02 · BUILD READINESS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Turn skill gaps into an actionable learning plan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30509"/>
            <a:ext cx="1097252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Replace a vague “I should learn more” with a focused sequence of work.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00362"/>
            <a:ext cx="3454314" cy="414803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79" y="2354362"/>
            <a:ext cx="487350" cy="3778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8826" y="2435324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38179" y="2818507"/>
            <a:ext cx="2997125" cy="19050"/>
          </a:xfrm>
          <a:prstGeom prst="rect">
            <a:avLst/>
          </a:prstGeom>
          <a:solidFill>
            <a:srgbClr val="176FC1"/>
          </a:solidFill>
          <a:ln/>
        </p:spPr>
      </p:sp>
      <p:sp>
        <p:nvSpPr>
          <p:cNvPr id="9" name="Text 5"/>
          <p:cNvSpPr/>
          <p:nvPr/>
        </p:nvSpPr>
        <p:spPr>
          <a:xfrm>
            <a:off x="838179" y="2931728"/>
            <a:ext cx="299712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Identify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38179" y="3403798"/>
            <a:ext cx="299712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Map the capabilities each target role expects.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691" y="2100362"/>
            <a:ext cx="3454314" cy="4148038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285" y="2354362"/>
            <a:ext cx="487350" cy="3778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17932" y="2435324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Shape 8"/>
          <p:cNvSpPr/>
          <p:nvPr/>
        </p:nvSpPr>
        <p:spPr>
          <a:xfrm>
            <a:off x="4597285" y="2818507"/>
            <a:ext cx="2997125" cy="19050"/>
          </a:xfrm>
          <a:prstGeom prst="rect">
            <a:avLst/>
          </a:prstGeom>
          <a:solidFill>
            <a:srgbClr val="176FC1"/>
          </a:solidFill>
          <a:ln/>
        </p:spPr>
      </p:sp>
      <p:sp>
        <p:nvSpPr>
          <p:cNvPr id="15" name="Text 9"/>
          <p:cNvSpPr/>
          <p:nvPr/>
        </p:nvSpPr>
        <p:spPr>
          <a:xfrm>
            <a:off x="4597285" y="2931728"/>
            <a:ext cx="299712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Prioritize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4597285" y="3403798"/>
            <a:ext cx="299712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Focus first on the gaps that matter most for the next opportunity.</a:t>
            </a:r>
            <a:endParaRPr lang="en-US" sz="14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797" y="2100362"/>
            <a:ext cx="3454314" cy="4148038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391" y="2354362"/>
            <a:ext cx="487350" cy="3778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477038" y="2435324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Shape 12"/>
          <p:cNvSpPr/>
          <p:nvPr/>
        </p:nvSpPr>
        <p:spPr>
          <a:xfrm>
            <a:off x="8356391" y="2818507"/>
            <a:ext cx="2997125" cy="19050"/>
          </a:xfrm>
          <a:prstGeom prst="rect">
            <a:avLst/>
          </a:prstGeom>
          <a:solidFill>
            <a:srgbClr val="176FC1"/>
          </a:solidFill>
          <a:ln/>
        </p:spPr>
      </p:sp>
      <p:sp>
        <p:nvSpPr>
          <p:cNvPr id="21" name="Text 13"/>
          <p:cNvSpPr/>
          <p:nvPr/>
        </p:nvSpPr>
        <p:spPr>
          <a:xfrm>
            <a:off x="8356391" y="2931728"/>
            <a:ext cx="299712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Practice</a:t>
            </a:r>
            <a:endParaRPr lang="en-US" sz="1900" dirty="0"/>
          </a:p>
        </p:txBody>
      </p:sp>
      <p:sp>
        <p:nvSpPr>
          <p:cNvPr id="22" name="Text 14"/>
          <p:cNvSpPr/>
          <p:nvPr/>
        </p:nvSpPr>
        <p:spPr>
          <a:xfrm>
            <a:off x="8356391" y="3403798"/>
            <a:ext cx="299712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Recommend projects, practice, and resources that create evidence.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03 · MAKE THE APPLICATION STRONGER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Help candidates show up stronger in every application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133203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82552"/>
            <a:ext cx="3454314" cy="376584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79" y="2761952"/>
            <a:ext cx="431789" cy="431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8179" y="3326023"/>
            <a:ext cx="299712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Resume feedback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38179" y="3798094"/>
            <a:ext cx="299712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Shape the evidence around the role, not a generic template.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691" y="2482552"/>
            <a:ext cx="3454314" cy="376584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285" y="2761952"/>
            <a:ext cx="431789" cy="431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97285" y="3326023"/>
            <a:ext cx="299712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Cover letter support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4597285" y="3798094"/>
            <a:ext cx="299712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Connect motivation and experience to the specific opportunity.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797" y="2482552"/>
            <a:ext cx="3454314" cy="3765848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391" y="2761952"/>
            <a:ext cx="431789" cy="4318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356391" y="3326023"/>
            <a:ext cx="299712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Application tracking</a:t>
            </a:r>
            <a:endParaRPr lang="en-US" sz="1900" dirty="0"/>
          </a:p>
        </p:txBody>
      </p:sp>
      <p:sp>
        <p:nvSpPr>
          <p:cNvPr id="16" name="Text 8"/>
          <p:cNvSpPr/>
          <p:nvPr/>
        </p:nvSpPr>
        <p:spPr>
          <a:xfrm>
            <a:off x="8356391" y="3798094"/>
            <a:ext cx="299712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Keep deadlines, requirements, and next actions visible.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783" y="535305"/>
            <a:ext cx="660383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04 · PRACTICE THE CONVERSATION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783" y="833926"/>
            <a:ext cx="5994250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Make interview preparation feel like practice, not guesswork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783" y="2514699"/>
            <a:ext cx="1977976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2864048"/>
            <a:ext cx="1896420" cy="19375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377" y="3050294"/>
            <a:ext cx="1439231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Likely questions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377" y="3850481"/>
            <a:ext cx="143923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Generate role-specific questions.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599" y="2864048"/>
            <a:ext cx="1896519" cy="19375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63193" y="3050294"/>
            <a:ext cx="1439330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Mock interviews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2963193" y="3850481"/>
            <a:ext cx="143933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Practice realistic answers aloud.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514" y="2864048"/>
            <a:ext cx="1896420" cy="19375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12108" y="3050294"/>
            <a:ext cx="1439231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Useful feedback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5012108" y="3850481"/>
            <a:ext cx="143923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Build clarity, evidence, and confidence.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385F6C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VISIBLE MOMENTUM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07293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Progress becomes visible from first search to final offer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988205"/>
            <a:ext cx="1097252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24444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One place to track applications, preparation, skill growth, feedback, and next actions.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2723" y="2558058"/>
            <a:ext cx="8526249" cy="3682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44822" y="2890582"/>
            <a:ext cx="1264876" cy="293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700" spc="-43" kern="100" dirty="0">
                <a:solidFill>
                  <a:srgbClr val="24444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First search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244822" y="3272844"/>
            <a:ext cx="1264876" cy="41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Explore roles and companies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64773" y="5024904"/>
            <a:ext cx="1264876" cy="293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700" spc="-43" kern="100" dirty="0">
                <a:solidFill>
                  <a:srgbClr val="24444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Shortlist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864773" y="5407165"/>
            <a:ext cx="1264876" cy="41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Select top opportunities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510303" y="2890582"/>
            <a:ext cx="1264877" cy="293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700" spc="-43" kern="100" dirty="0">
                <a:solidFill>
                  <a:srgbClr val="24444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Skill plan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510303" y="3272844"/>
            <a:ext cx="1264877" cy="41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Identify and schedule learning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121728" y="4731192"/>
            <a:ext cx="1264876" cy="5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700" spc="-43" kern="100" dirty="0">
                <a:solidFill>
                  <a:srgbClr val="24444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Application practice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121728" y="5407165"/>
            <a:ext cx="1264876" cy="41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Mock interviews and resumes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690523" y="2890582"/>
            <a:ext cx="1264876" cy="293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700" spc="-43" kern="100" dirty="0">
                <a:solidFill>
                  <a:srgbClr val="24444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Final offer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690523" y="3272844"/>
            <a:ext cx="1264876" cy="41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4444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Negotiate and accept role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611505"/>
            <a:ext cx="837544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978388"/>
            <a:ext cx="7765856" cy="312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400" spc="-224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Better preparation creates better internship outcomes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765156" y="4338836"/>
            <a:ext cx="2562558" cy="31651"/>
          </a:xfrm>
          <a:prstGeom prst="roundRect">
            <a:avLst>
              <a:gd name="adj" fmla="val 49998"/>
            </a:avLst>
          </a:prstGeom>
          <a:solidFill>
            <a:srgbClr val="BFD9DE"/>
          </a:solidFill>
          <a:ln/>
        </p:spPr>
      </p:sp>
      <p:sp>
        <p:nvSpPr>
          <p:cNvPr id="5" name="Shape 3"/>
          <p:cNvSpPr/>
          <p:nvPr/>
        </p:nvSpPr>
        <p:spPr>
          <a:xfrm>
            <a:off x="765156" y="4688185"/>
            <a:ext cx="2486955" cy="1679773"/>
          </a:xfrm>
          <a:prstGeom prst="rect">
            <a:avLst/>
          </a:prstGeom>
          <a:solidFill>
            <a:srgbClr val="07293A"/>
          </a:solidFill>
          <a:ln/>
        </p:spPr>
      </p:sp>
      <p:sp>
        <p:nvSpPr>
          <p:cNvPr id="6" name="Text 4"/>
          <p:cNvSpPr/>
          <p:nvPr/>
        </p:nvSpPr>
        <p:spPr>
          <a:xfrm>
            <a:off x="993750" y="4874431"/>
            <a:ext cx="202976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 candidates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93750" y="5346502"/>
            <a:ext cx="2029766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More relevant applications and stronger readiness.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404507" y="4688185"/>
            <a:ext cx="2487054" cy="1679773"/>
          </a:xfrm>
          <a:prstGeom prst="rect">
            <a:avLst/>
          </a:prstGeom>
          <a:solidFill>
            <a:srgbClr val="07293A"/>
          </a:solidFill>
          <a:ln/>
        </p:spPr>
      </p:sp>
      <p:sp>
        <p:nvSpPr>
          <p:cNvPr id="9" name="Text 7"/>
          <p:cNvSpPr/>
          <p:nvPr/>
        </p:nvSpPr>
        <p:spPr>
          <a:xfrm>
            <a:off x="3633101" y="4874431"/>
            <a:ext cx="2029866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 career centers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633101" y="5674618"/>
            <a:ext cx="202986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scalable layer of personalized support.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43957" y="4688185"/>
            <a:ext cx="2486955" cy="1679773"/>
          </a:xfrm>
          <a:prstGeom prst="rect">
            <a:avLst/>
          </a:prstGeom>
          <a:solidFill>
            <a:srgbClr val="07293A"/>
          </a:solidFill>
          <a:ln/>
        </p:spPr>
      </p:sp>
      <p:sp>
        <p:nvSpPr>
          <p:cNvPr id="12" name="Text 10"/>
          <p:cNvSpPr/>
          <p:nvPr/>
        </p:nvSpPr>
        <p:spPr>
          <a:xfrm>
            <a:off x="6272552" y="4874431"/>
            <a:ext cx="2029766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 employers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272552" y="5346502"/>
            <a:ext cx="2029766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Candidates who understand the role and can contribute sooner.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2026-10-07T08:13:31Z</dcterms:created>
  <dcterms:modified xsi:type="dcterms:W3CDTF">2026-10-07T08:13:31Z</dcterms:modified>
</cp:coreProperties>
</file>